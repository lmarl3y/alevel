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1715C-0742-CE43-1651-D1FF5E433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28A56-1B09-0DCB-D4C9-8F54F3641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AF95A-BE45-7122-7CDA-574C44DBF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2512-4FBE-E0C7-FB0B-E63A041E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08BE7-0541-DCB8-517A-53DA8D47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04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DEB1-BD1F-CADE-8F7E-4313CE36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CED53-83E8-AC89-E840-619A22FD9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5CD74-D091-910F-6E54-E6D2A32BC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C9682-2A11-CABC-52C6-2AF5E1B3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EC048-A2FF-AAD3-9D9A-5A5870DB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96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26A2-EC1E-F96D-4D43-47DEE83C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DAF7D-1C51-E041-EB50-9FF5D3B5E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64907-85C7-F995-0329-5BF2C7C0D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B2546-263A-34AD-EF34-6F7938F7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28EEF-73AB-6A31-ACFB-23096105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37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447D-6D7D-D231-A2D3-DB3191FD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5D96-CD71-3437-D160-E2944BF0F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77824-E19B-CE9F-AE4F-25E45C30F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E643A-E0F1-A95F-B3EA-1036F02C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5379D-F4B5-2DFE-F00C-EB724DCE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881DC-2784-2173-40CA-43DD889C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10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078C-AA34-0654-1454-F8EA54EA4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BBB3B-E82D-C4E7-4354-24446445D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8E68F-766D-F456-CA54-A19DD0CB7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56C8E-82E0-BE18-C235-A7C57840C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9CF77-F36D-C5CE-C134-EF9A4E4FF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EA3C97-FCA9-9150-5FFA-A38D16E9F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A9EA7-5FF8-FBC3-79CA-CCB8E709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FBEC3F-E095-5C44-FB94-3AC30A89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8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D6C2-0EB0-CB74-98AB-43C8B786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944C8-6095-7DC7-E2D7-EFD87C75D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E00E0-D131-3A96-ABC9-3FF5B3D8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B6FF8-08C8-80BF-F87A-52C80430C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79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A1BF8-F26E-F75E-0D1B-C1FC0E33E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DDA3AF-7AC2-455C-7FB6-746CDBA7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89635-6276-319E-75CD-4054355C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75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5713-C86A-19DA-E2A8-6254DEE77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12835-FD39-A379-8879-B0F7D2A0A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61F01-9635-53F8-C7EB-375180EFE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BA92A-A9DE-6B86-8D53-76F1B1068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64C3B-6B26-AB7D-E153-DEA38E93E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9F649-5555-A0AC-314F-342EFDF1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23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7BD9E-40C5-999F-6E49-A6F00EBF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0D018-469C-2DAA-1E3C-B2817D9AA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3C280-9C47-961D-C182-9643B8115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32B00-00BE-CD5C-80B4-DD5A91C5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C16C3-B006-74AA-C9BD-783D37B0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11030-D9FE-D909-BD50-E69434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56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31DB-7FE0-438F-C103-23BD23363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8A946-F4D7-0700-AB79-813D15665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1D237-7614-355C-4B78-83B091712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16FAC-5781-187B-5B02-CA7DFEBC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4930C-565A-6032-94B0-84BF91C9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75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64411D-6F5B-2C05-C22D-FA5432C13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8180C-841E-62CA-4E3E-65D537138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7C32B-89B7-AD71-3FEA-6B1E272C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A2292-3036-85E1-0EA2-4D025000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2F647-19D3-76B4-4EBA-29FAC513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1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89F39-6BD9-F77C-F950-154AA0486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32194-68E0-C129-A7F4-6F05894C1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30BF2-BBBB-91CB-9324-CC4CCCB2A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3BEAF-B1CB-473A-A3C5-69E9F87130D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89603-E43B-F192-E691-529C7F1D1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DF9CF-CD4D-AA53-E99B-BB22CA248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8A633-B7AB-4307-8414-99A0EAEE1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23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7D1F-4F56-F201-7EA9-C607B358F5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BFB22-830A-E73D-4015-F5134A228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663" y="4454435"/>
            <a:ext cx="3443944" cy="2225539"/>
          </a:xfrm>
        </p:spPr>
        <p:txBody>
          <a:bodyPr/>
          <a:lstStyle/>
          <a:p>
            <a:pPr algn="l"/>
            <a:r>
              <a:rPr lang="en-GB" dirty="0"/>
              <a:t>This graph reads as – </a:t>
            </a:r>
          </a:p>
          <a:p>
            <a:pPr algn="l"/>
            <a:r>
              <a:rPr lang="en-GB" dirty="0"/>
              <a:t>A: B, D, E </a:t>
            </a:r>
          </a:p>
          <a:p>
            <a:pPr algn="l"/>
            <a:r>
              <a:rPr lang="en-GB" dirty="0"/>
              <a:t>B: A, C, D</a:t>
            </a:r>
          </a:p>
          <a:p>
            <a:pPr algn="l"/>
            <a:r>
              <a:rPr lang="en-GB" dirty="0"/>
              <a:t>C: B, D etc. </a:t>
            </a:r>
          </a:p>
          <a:p>
            <a:pPr algn="l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98353-468D-E072-A70D-2C8510CA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62" y="0"/>
            <a:ext cx="11346675" cy="42767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47C8DB-42F4-9D89-CBEA-62729669DEE8}"/>
              </a:ext>
            </a:extLst>
          </p:cNvPr>
          <p:cNvSpPr txBox="1"/>
          <p:nvPr/>
        </p:nvSpPr>
        <p:spPr>
          <a:xfrm>
            <a:off x="2560319" y="848843"/>
            <a:ext cx="470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Recursive routine, 3 parameters.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193ED-9757-CEFA-BA1F-10551FCE938C}"/>
              </a:ext>
            </a:extLst>
          </p:cNvPr>
          <p:cNvSpPr txBox="1"/>
          <p:nvPr/>
        </p:nvSpPr>
        <p:spPr>
          <a:xfrm>
            <a:off x="3474718" y="1257364"/>
            <a:ext cx="470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If current vertex = A, visited becomes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7960A-912B-1163-DFFB-6383D3670BD1}"/>
              </a:ext>
            </a:extLst>
          </p:cNvPr>
          <p:cNvSpPr txBox="1"/>
          <p:nvPr/>
        </p:nvSpPr>
        <p:spPr>
          <a:xfrm>
            <a:off x="2847703" y="1548413"/>
            <a:ext cx="8921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Loops through all the neighbours of the current node: A = B D E </a:t>
            </a:r>
          </a:p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If neighbour hasn’t been visited then: recursive call.</a:t>
            </a:r>
          </a:p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Go deeper into that neighbour and do DFS – go deep first.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3D85DC-9AD2-F4E3-CBC6-C85DB603D32F}"/>
              </a:ext>
            </a:extLst>
          </p:cNvPr>
          <p:cNvSpPr txBox="1"/>
          <p:nvPr/>
        </p:nvSpPr>
        <p:spPr>
          <a:xfrm>
            <a:off x="1672046" y="2899954"/>
            <a:ext cx="10371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Return visited – once all neighbours checked, recursion finishes and the function returns the full list.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0B175-280B-6F74-C48C-FFC8439B127F}"/>
              </a:ext>
            </a:extLst>
          </p:cNvPr>
          <p:cNvSpPr txBox="1"/>
          <p:nvPr/>
        </p:nvSpPr>
        <p:spPr>
          <a:xfrm>
            <a:off x="5889171" y="4276726"/>
            <a:ext cx="5290457" cy="2308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Recursion:</a:t>
            </a:r>
          </a:p>
          <a:p>
            <a:r>
              <a:rPr lang="en-GB" dirty="0"/>
              <a:t>Each call to </a:t>
            </a:r>
            <a:r>
              <a:rPr lang="en-GB" dirty="0" err="1"/>
              <a:t>dfs</a:t>
            </a:r>
            <a:r>
              <a:rPr lang="en-GB" dirty="0"/>
              <a:t>() remembers:</a:t>
            </a:r>
          </a:p>
          <a:p>
            <a:r>
              <a:rPr lang="en-GB" dirty="0"/>
              <a:t>Which node it was on</a:t>
            </a:r>
          </a:p>
          <a:p>
            <a:r>
              <a:rPr lang="en-GB" dirty="0"/>
              <a:t>Where in the neighbour list it was </a:t>
            </a:r>
          </a:p>
          <a:p>
            <a:r>
              <a:rPr lang="en-GB" dirty="0"/>
              <a:t>What the visited list looked like. </a:t>
            </a:r>
          </a:p>
          <a:p>
            <a:endParaRPr lang="en-GB" dirty="0"/>
          </a:p>
          <a:p>
            <a:r>
              <a:rPr lang="en-GB" dirty="0"/>
              <a:t>When it reaches a dead end it automatically backtracks. </a:t>
            </a:r>
          </a:p>
        </p:txBody>
      </p:sp>
    </p:spTree>
    <p:extLst>
      <p:ext uri="{BB962C8B-B14F-4D97-AF65-F5344CB8AC3E}">
        <p14:creationId xmlns:p14="http://schemas.microsoft.com/office/powerpoint/2010/main" val="66225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36A21-06D2-251B-88F0-6F4A800B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Traversal: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33FCF-94BD-7C89-6A53-26C305FEC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Visited =[]</a:t>
            </a:r>
          </a:p>
          <a:p>
            <a:r>
              <a:rPr lang="en-GB" dirty="0" err="1"/>
              <a:t>Dfs</a:t>
            </a:r>
            <a:r>
              <a:rPr lang="en-GB" dirty="0"/>
              <a:t>(graph, ‘A’, visited)</a:t>
            </a:r>
          </a:p>
          <a:p>
            <a:endParaRPr lang="en-GB" dirty="0"/>
          </a:p>
          <a:p>
            <a:r>
              <a:rPr lang="en-GB" dirty="0"/>
              <a:t>Step 1 – visit A</a:t>
            </a:r>
          </a:p>
          <a:p>
            <a:r>
              <a:rPr lang="en-GB" dirty="0"/>
              <a:t>Visited = [A]</a:t>
            </a:r>
          </a:p>
          <a:p>
            <a:r>
              <a:rPr lang="en-GB" dirty="0"/>
              <a:t>Neighbours of A = B, D, E</a:t>
            </a:r>
          </a:p>
          <a:p>
            <a:r>
              <a:rPr lang="en-GB" dirty="0"/>
              <a:t>Go to B </a:t>
            </a:r>
          </a:p>
        </p:txBody>
      </p:sp>
    </p:spTree>
    <p:extLst>
      <p:ext uri="{BB962C8B-B14F-4D97-AF65-F5344CB8AC3E}">
        <p14:creationId xmlns:p14="http://schemas.microsoft.com/office/powerpoint/2010/main" val="3638747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E4078-68E8-1D04-D764-4890C5F1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66C05-63A0-BAE2-D334-41E764221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Visited = [A, B]</a:t>
            </a:r>
          </a:p>
          <a:p>
            <a:r>
              <a:rPr lang="en-GB" dirty="0"/>
              <a:t>Neighbours = A, C, D</a:t>
            </a:r>
          </a:p>
          <a:p>
            <a:r>
              <a:rPr lang="en-GB" dirty="0"/>
              <a:t>A is already visited so skip to C</a:t>
            </a:r>
          </a:p>
        </p:txBody>
      </p:sp>
    </p:spTree>
    <p:extLst>
      <p:ext uri="{BB962C8B-B14F-4D97-AF65-F5344CB8AC3E}">
        <p14:creationId xmlns:p14="http://schemas.microsoft.com/office/powerpoint/2010/main" val="266503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AEA0-EE0D-7198-05A6-2872B2F77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 – visit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3228B-192F-3C4A-33C7-E118C4A5C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Visited = [A, B, C]</a:t>
            </a:r>
          </a:p>
          <a:p>
            <a:r>
              <a:rPr lang="en-GB" dirty="0"/>
              <a:t>Neighbours = B, G</a:t>
            </a:r>
          </a:p>
          <a:p>
            <a:r>
              <a:rPr lang="en-GB" dirty="0"/>
              <a:t>B visited - skip</a:t>
            </a:r>
          </a:p>
          <a:p>
            <a:r>
              <a:rPr lang="en-GB" dirty="0"/>
              <a:t>Go to G </a:t>
            </a:r>
          </a:p>
        </p:txBody>
      </p:sp>
    </p:spTree>
    <p:extLst>
      <p:ext uri="{BB962C8B-B14F-4D97-AF65-F5344CB8AC3E}">
        <p14:creationId xmlns:p14="http://schemas.microsoft.com/office/powerpoint/2010/main" val="186517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02AD-2279-0743-544B-A3CC3647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  - visit 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EF265-5015-53E0-51BF-B0C6E47CD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Visited = [A,B,C,G]</a:t>
            </a:r>
          </a:p>
          <a:p>
            <a:r>
              <a:rPr lang="en-GB" dirty="0"/>
              <a:t>Neighbours – C (already visited)</a:t>
            </a:r>
          </a:p>
          <a:p>
            <a:r>
              <a:rPr lang="en-GB" dirty="0"/>
              <a:t>No more neighbours backtrack to C </a:t>
            </a:r>
          </a:p>
          <a:p>
            <a:endParaRPr lang="en-GB" dirty="0"/>
          </a:p>
          <a:p>
            <a:r>
              <a:rPr lang="en-GB" dirty="0"/>
              <a:t>Back at C – all neighbours done- backtrack to ?</a:t>
            </a:r>
          </a:p>
        </p:txBody>
      </p:sp>
    </p:spTree>
    <p:extLst>
      <p:ext uri="{BB962C8B-B14F-4D97-AF65-F5344CB8AC3E}">
        <p14:creationId xmlns:p14="http://schemas.microsoft.com/office/powerpoint/2010/main" val="2992348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82B0-4197-A235-C28A-31D38AB99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Backtrack to B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BD039-B280-8C9D-8D95-B6526E7D2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Back at B, next unvisited neighbour = D</a:t>
            </a:r>
          </a:p>
          <a:p>
            <a:endParaRPr lang="en-GB" dirty="0"/>
          </a:p>
          <a:p>
            <a:r>
              <a:rPr lang="en-GB" dirty="0"/>
              <a:t>S0 STEP 5 = visit 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96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FB34-0378-88C7-C2BA-7E5A4FA8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E0646-31CF-2556-10D8-1ADBFFF0B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Visit D</a:t>
            </a:r>
          </a:p>
          <a:p>
            <a:r>
              <a:rPr lang="en-GB" dirty="0"/>
              <a:t>Visited = [A,B,C,G,D]</a:t>
            </a:r>
          </a:p>
          <a:p>
            <a:r>
              <a:rPr lang="en-GB" dirty="0"/>
              <a:t>Neighbours= A, B, E, F</a:t>
            </a:r>
          </a:p>
          <a:p>
            <a:r>
              <a:rPr lang="en-GB" dirty="0"/>
              <a:t>A, B visited</a:t>
            </a:r>
          </a:p>
          <a:p>
            <a:r>
              <a:rPr lang="en-GB" dirty="0"/>
              <a:t>Go to E</a:t>
            </a:r>
          </a:p>
        </p:txBody>
      </p:sp>
    </p:spTree>
    <p:extLst>
      <p:ext uri="{BB962C8B-B14F-4D97-AF65-F5344CB8AC3E}">
        <p14:creationId xmlns:p14="http://schemas.microsoft.com/office/powerpoint/2010/main" val="2797810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F36F-58F6-6E5B-4093-B17159EF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83FAC-B984-E32C-8C3A-92D2D78D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Visit E</a:t>
            </a:r>
          </a:p>
          <a:p>
            <a:r>
              <a:rPr lang="en-GB" dirty="0"/>
              <a:t>Visited = [A,B,C,G,D,E]</a:t>
            </a:r>
          </a:p>
          <a:p>
            <a:r>
              <a:rPr lang="en-GB" dirty="0"/>
              <a:t>Neighbours= A,D(both visited)</a:t>
            </a:r>
          </a:p>
          <a:p>
            <a:r>
              <a:rPr lang="en-GB" dirty="0"/>
              <a:t>Backtrack to D</a:t>
            </a:r>
          </a:p>
          <a:p>
            <a:r>
              <a:rPr lang="en-GB" dirty="0"/>
              <a:t>Back at D – next unvisited neighbour?</a:t>
            </a:r>
          </a:p>
        </p:txBody>
      </p:sp>
    </p:spTree>
    <p:extLst>
      <p:ext uri="{BB962C8B-B14F-4D97-AF65-F5344CB8AC3E}">
        <p14:creationId xmlns:p14="http://schemas.microsoft.com/office/powerpoint/2010/main" val="2020311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F512-2CED-6B66-26E6-E1260FEC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 – Visit 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47DF7-46E4-D29D-F7F3-525953BE4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Visited = [A,B,C,G,D,E,F]</a:t>
            </a:r>
          </a:p>
          <a:p>
            <a:r>
              <a:rPr lang="en-GB" dirty="0"/>
              <a:t>Neighbours= D(already visited)</a:t>
            </a:r>
          </a:p>
          <a:p>
            <a:r>
              <a:rPr lang="en-GB" dirty="0"/>
              <a:t>Backtrack – D – B- A</a:t>
            </a:r>
          </a:p>
          <a:p>
            <a:endParaRPr lang="en-GB" dirty="0"/>
          </a:p>
          <a:p>
            <a:r>
              <a:rPr lang="en-GB" dirty="0"/>
              <a:t>A,B,C,G,D,E,F – BECOMES THE FINAL ORDER. </a:t>
            </a:r>
          </a:p>
        </p:txBody>
      </p:sp>
    </p:spTree>
    <p:extLst>
      <p:ext uri="{BB962C8B-B14F-4D97-AF65-F5344CB8AC3E}">
        <p14:creationId xmlns:p14="http://schemas.microsoft.com/office/powerpoint/2010/main" val="183533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6AC5-5259-35EA-F83F-23B8FF4E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E0C41-7144-CA0E-EA8C-F8AC14EF5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442" y="3648074"/>
            <a:ext cx="10515600" cy="2747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A) What are A’s neighbours?</a:t>
            </a:r>
          </a:p>
          <a:p>
            <a:pPr marL="0" indent="0">
              <a:buNone/>
            </a:pPr>
            <a:r>
              <a:rPr lang="en-GB" dirty="0"/>
              <a:t>B)A becomes visited so what is the first one after A - ?</a:t>
            </a:r>
          </a:p>
          <a:p>
            <a:pPr marL="0" indent="0">
              <a:buNone/>
            </a:pPr>
            <a:r>
              <a:rPr lang="en-GB" dirty="0"/>
              <a:t>C) We don’t need to write the push/pop command because recursion automatically uses the systems call stack. </a:t>
            </a:r>
          </a:p>
          <a:p>
            <a:pPr marL="0" indent="0">
              <a:buNone/>
            </a:pPr>
            <a:r>
              <a:rPr lang="en-GB" dirty="0"/>
              <a:t>D) Depth first search – always goes deep as it can before going sideways. (See previous slides for traversal answer.)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D3599-D18D-F219-32B7-B08179775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5" y="103995"/>
            <a:ext cx="10830615" cy="344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5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832D-5698-598A-6854-1B52EFBC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FB70-25C3-EEB0-61E1-36F5B8547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3517E-E329-8F76-1007-80142ED8D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05" y="0"/>
            <a:ext cx="105335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90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1E79-56D5-849B-1065-3363E29B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this algorithm doing?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CB77-C0B2-1045-3D5A-FCC4994CC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Searching a maze graph to see if there is a path from 1 to 5</a:t>
            </a:r>
          </a:p>
          <a:p>
            <a:endParaRPr lang="en-GB" dirty="0"/>
          </a:p>
          <a:p>
            <a:r>
              <a:rPr lang="en-GB" dirty="0"/>
              <a:t>When we arrive at a node – discovered = True </a:t>
            </a:r>
          </a:p>
          <a:p>
            <a:r>
              <a:rPr lang="en-GB" dirty="0"/>
              <a:t>When we are finished with a node = completely explored [node] = True </a:t>
            </a:r>
          </a:p>
          <a:p>
            <a:r>
              <a:rPr lang="en-GB" dirty="0"/>
              <a:t>When we reach the target – found = True </a:t>
            </a:r>
          </a:p>
          <a:p>
            <a:r>
              <a:rPr lang="en-GB" dirty="0"/>
              <a:t>Depth first is recursive – goes deep then unwinds back up.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484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99BCF-9AA2-F423-544C-DEAA7185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350" y="332224"/>
            <a:ext cx="7105650" cy="5844739"/>
          </a:xfrm>
        </p:spPr>
        <p:txBody>
          <a:bodyPr/>
          <a:lstStyle/>
          <a:p>
            <a:r>
              <a:rPr lang="en-GB" dirty="0"/>
              <a:t>From 1 we can reach 2 </a:t>
            </a:r>
          </a:p>
          <a:p>
            <a:r>
              <a:rPr lang="en-GB" dirty="0"/>
              <a:t>From 2 we can reach? </a:t>
            </a:r>
          </a:p>
          <a:p>
            <a:r>
              <a:rPr lang="en-GB" dirty="0"/>
              <a:t>From 3 we can reach?</a:t>
            </a:r>
          </a:p>
          <a:p>
            <a:r>
              <a:rPr lang="en-GB" dirty="0"/>
              <a:t>From 4 we can reach 2, 5</a:t>
            </a:r>
          </a:p>
          <a:p>
            <a:r>
              <a:rPr lang="en-GB" dirty="0"/>
              <a:t>From 5 we can reach 4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EC0EB-5316-CA27-DC7F-0EB953243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2224"/>
            <a:ext cx="2866653" cy="225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17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130F-C15B-7BBC-A28B-A3C9C90F0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50DF1-BD9A-499F-2EA0-EA2843672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350" y="332224"/>
            <a:ext cx="7105650" cy="5844739"/>
          </a:xfrm>
        </p:spPr>
        <p:txBody>
          <a:bodyPr/>
          <a:lstStyle/>
          <a:p>
            <a:r>
              <a:rPr lang="en-GB" dirty="0"/>
              <a:t>From 1 we can reach 2 </a:t>
            </a:r>
          </a:p>
          <a:p>
            <a:r>
              <a:rPr lang="en-GB" dirty="0"/>
              <a:t>From 2 we can reach 1,3,4 </a:t>
            </a:r>
          </a:p>
          <a:p>
            <a:r>
              <a:rPr lang="en-GB" dirty="0"/>
              <a:t>From 3 we can reach 2</a:t>
            </a:r>
          </a:p>
          <a:p>
            <a:r>
              <a:rPr lang="en-GB" dirty="0"/>
              <a:t>From 4 we can reach 2, 5</a:t>
            </a:r>
          </a:p>
          <a:p>
            <a:r>
              <a:rPr lang="en-GB" dirty="0"/>
              <a:t>From 5 we can reach 4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E845B-B2AD-4386-9D31-BB9944DCD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2224"/>
            <a:ext cx="2866653" cy="225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44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4039-8BE8-D6CF-7EBF-CA5F13EC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 this goes as deep as it can first: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49300-F0EB-EDAB-9B5D-4C24507CD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1-2-3- dead end</a:t>
            </a:r>
          </a:p>
          <a:p>
            <a:pPr marL="0" indent="0">
              <a:buNone/>
            </a:pPr>
            <a:r>
              <a:rPr lang="en-GB" dirty="0"/>
              <a:t>Back track to 2 – 4 – 5 </a:t>
            </a:r>
          </a:p>
          <a:p>
            <a:pPr marL="0" indent="0">
              <a:buNone/>
            </a:pPr>
            <a:r>
              <a:rPr lang="en-GB" u="sng" dirty="0"/>
              <a:t>Trace table –</a:t>
            </a:r>
          </a:p>
          <a:p>
            <a:pPr marL="0" indent="0">
              <a:buNone/>
            </a:pPr>
            <a:r>
              <a:rPr lang="en-GB" dirty="0"/>
              <a:t>Discovered[x] = True when we first arrive at x </a:t>
            </a:r>
          </a:p>
          <a:p>
            <a:pPr marL="0" indent="0">
              <a:buNone/>
            </a:pPr>
            <a:r>
              <a:rPr lang="en-GB" dirty="0"/>
              <a:t>Completely explored[x] = When all its neighbours have been checked </a:t>
            </a:r>
          </a:p>
          <a:p>
            <a:pPr marL="0" indent="0">
              <a:buNone/>
            </a:pPr>
            <a:r>
              <a:rPr lang="en-GB" dirty="0"/>
              <a:t>Found = becomes true when we reach 5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9112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F7F0-F049-08BA-D50F-01156914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8C248-4F27-D3CE-07FE-82EBBE13C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Everything false because nothing has been discovered yet. </a:t>
            </a:r>
          </a:p>
          <a:p>
            <a:endParaRPr lang="en-GB" dirty="0"/>
          </a:p>
          <a:p>
            <a:r>
              <a:rPr lang="en-GB" dirty="0"/>
              <a:t>Arrived at node 1 so discovered 1 = true </a:t>
            </a:r>
          </a:p>
          <a:p>
            <a:r>
              <a:rPr lang="en-GB" dirty="0"/>
              <a:t>1 is not equal to 5 yet so false and not been to any other nodes yet. </a:t>
            </a:r>
          </a:p>
          <a:p>
            <a:r>
              <a:rPr lang="en-GB" dirty="0"/>
              <a:t>We now need to check neighbour of 1 – 2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DE521-E60E-FE77-E858-31B81A610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34" y="414944"/>
            <a:ext cx="7325795" cy="1070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DD291F-C57E-76B8-C1E3-D42555C4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584" y="2381249"/>
            <a:ext cx="7563782" cy="44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55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0700A-EB37-FC05-50C5-43E7182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77642-FA7C-37C8-C176-E4720B1E9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Row 3 = We go deeper into node 2</a:t>
            </a:r>
          </a:p>
          <a:p>
            <a:r>
              <a:rPr lang="en-GB" dirty="0"/>
              <a:t>Discovered[2] = True </a:t>
            </a:r>
          </a:p>
          <a:p>
            <a:r>
              <a:rPr lang="en-GB" dirty="0"/>
              <a:t>Is 2 = 5? No </a:t>
            </a:r>
          </a:p>
          <a:p>
            <a:r>
              <a:rPr lang="en-GB" dirty="0"/>
              <a:t>Neighbours are 1,3,4 </a:t>
            </a:r>
          </a:p>
          <a:p>
            <a:r>
              <a:rPr lang="en-GB" dirty="0"/>
              <a:t>We skip 1 as it is discovered and go to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B5BD2-FBF4-774C-A1FE-6F66A8C66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681037"/>
            <a:ext cx="10287000" cy="80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56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C4E1-C6B5-A695-67F1-39FA7C8B4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Row 4 – checking neighbours of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AB5ED-AAC6-BE20-18D8-519466654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This row just shows we have discovered 1 and 2 and about to visit 3.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972A5-F15A-4C1F-4A08-A69C5A13A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825625"/>
            <a:ext cx="9220200" cy="78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92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1CC48-D2F0-36A7-1A1A-FA2426A4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1C326-52AE-C933-31FD-06FCEC396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Row 5 DFS(3,5)</a:t>
            </a:r>
          </a:p>
          <a:p>
            <a:r>
              <a:rPr lang="en-GB" dirty="0"/>
              <a:t>Arrive at node 3 </a:t>
            </a:r>
          </a:p>
          <a:p>
            <a:r>
              <a:rPr lang="en-GB" dirty="0"/>
              <a:t>Discovered[3]= True </a:t>
            </a:r>
          </a:p>
          <a:p>
            <a:r>
              <a:rPr lang="en-GB" dirty="0"/>
              <a:t>Is 3 = 5? No </a:t>
            </a:r>
          </a:p>
          <a:p>
            <a:r>
              <a:rPr lang="en-GB" dirty="0"/>
              <a:t>Neighbour is 2 (Already discovered) – dead end</a:t>
            </a:r>
          </a:p>
          <a:p>
            <a:endParaRPr lang="en-GB" dirty="0"/>
          </a:p>
          <a:p>
            <a:r>
              <a:rPr lang="en-GB" dirty="0"/>
              <a:t>Completely explored = True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9481F-E3CB-A95F-BBF3-A1EE84713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43" y="681037"/>
            <a:ext cx="8176046" cy="49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87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F753-9E89-D059-EFE5-018BED1C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63164-C884-6D04-5DF5-481E85659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Row 6 = Back in DFS(2)</a:t>
            </a:r>
          </a:p>
          <a:p>
            <a:r>
              <a:rPr lang="en-GB" dirty="0"/>
              <a:t>We return to node 2 </a:t>
            </a:r>
          </a:p>
          <a:p>
            <a:r>
              <a:rPr lang="en-GB" dirty="0"/>
              <a:t>2 has now tried neighbour 3 </a:t>
            </a:r>
          </a:p>
          <a:p>
            <a:r>
              <a:rPr lang="en-GB" dirty="0"/>
              <a:t>Next neighbour is 4 </a:t>
            </a:r>
          </a:p>
          <a:p>
            <a:r>
              <a:rPr lang="en-GB" dirty="0"/>
              <a:t>Discovered is still 1,2,3 </a:t>
            </a:r>
          </a:p>
          <a:p>
            <a:r>
              <a:rPr lang="en-GB" dirty="0"/>
              <a:t>Found is still False </a:t>
            </a:r>
          </a:p>
          <a:p>
            <a:r>
              <a:rPr lang="en-GB" dirty="0"/>
              <a:t>Completely explored[3]= True from earlier.</a:t>
            </a:r>
          </a:p>
          <a:p>
            <a:r>
              <a:rPr lang="en-GB" dirty="0"/>
              <a:t>Complete rows 7 onwards.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28B702-31EF-5907-862D-30436AFFE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077" y="686557"/>
            <a:ext cx="9473845" cy="7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845</Words>
  <Application>Microsoft Office PowerPoint</Application>
  <PresentationFormat>Widescreen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FULL Traversal:</vt:lpstr>
      <vt:lpstr>Step 2:</vt:lpstr>
      <vt:lpstr>Step 3 – visit c</vt:lpstr>
      <vt:lpstr>Step 4  - visit G </vt:lpstr>
      <vt:lpstr>Backtrack to B </vt:lpstr>
      <vt:lpstr>Step 5</vt:lpstr>
      <vt:lpstr>Step 6</vt:lpstr>
      <vt:lpstr>F – Visit F</vt:lpstr>
      <vt:lpstr>PowerPoint Presentation</vt:lpstr>
      <vt:lpstr>PowerPoint Presentation</vt:lpstr>
      <vt:lpstr>What is this algorithm doing?</vt:lpstr>
      <vt:lpstr>PowerPoint Presentation</vt:lpstr>
      <vt:lpstr>PowerPoint Presentation</vt:lpstr>
      <vt:lpstr>As this goes as deep as it can first:</vt:lpstr>
      <vt:lpstr>PowerPoint Presentation</vt:lpstr>
      <vt:lpstr>PowerPoint Presentation</vt:lpstr>
      <vt:lpstr>Row 4 – checking neighbours of 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Finnigan</dc:creator>
  <cp:lastModifiedBy>Helen Finnigan</cp:lastModifiedBy>
  <cp:revision>1</cp:revision>
  <dcterms:created xsi:type="dcterms:W3CDTF">2026-02-10T09:36:40Z</dcterms:created>
  <dcterms:modified xsi:type="dcterms:W3CDTF">2026-02-10T12:40:10Z</dcterms:modified>
</cp:coreProperties>
</file>